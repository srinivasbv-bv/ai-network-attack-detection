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F2FE"/>
                </a:solidFill>
              </a:defRPr>
            </a:pPr>
            <a:r>
              <a:t>AI POWERED THREAT DETECTION SYSTEM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Deep Neural Network (Deep MLP) &amp; Random Forest Protocol Anomaly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A99B5"/>
                </a:solidFill>
              </a:defRPr>
            </a:pPr>
            <a:r>
              <a:t>Master of Science in Computer Science / MCA Final Year Project</a:t>
            </a:r>
          </a:p>
          <a:p>
            <a:pPr algn="ctr">
              <a:defRPr sz="1300">
                <a:solidFill>
                  <a:srgbClr val="8A99B5"/>
                </a:solidFill>
              </a:defRPr>
            </a:pPr>
            <a:r>
              <a:t>Karnataka State Open University (KSOU), Mysore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AI POWERED THREAT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Overview &amp; Core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500">
                <a:solidFill>
                  <a:srgbClr val="00F2FE"/>
                </a:solidFill>
              </a:rPr>
              <a:t>• Real-Time Threat Detection:</a:t>
            </a:r>
            <a:r>
              <a:rPr sz="1400">
                <a:solidFill>
                  <a:srgbClr val="1E293B"/>
                </a:solidFill>
              </a:rPr>
              <a:t> Detects DoS, DDoS, PortScan, BruteForce, and ARP Spoofing/MITM attacks instantly from live packet flows.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2FE"/>
                </a:solidFill>
              </a:rPr>
              <a:t>• Dual-Engine AI Architecture:</a:t>
            </a:r>
            <a:r>
              <a:rPr sz="1400">
                <a:solidFill>
                  <a:srgbClr val="1E293B"/>
                </a:solidFill>
              </a:rPr>
              <a:t> Combines a 3-layer Deep MLP Neural Network (128-&gt;64-&gt;32) for flow traffic and a Random Forest Classifier for ARP protocol anomalies.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2FE"/>
                </a:solidFill>
              </a:rPr>
              <a:t>• Zero-Day Outlier Engine:</a:t>
            </a:r>
            <a:r>
              <a:rPr sz="1400">
                <a:solidFill>
                  <a:srgbClr val="1E293B"/>
                </a:solidFill>
              </a:rPr>
              <a:t> Implements statistical distance heuristics to flag unclassified traffic patterns deviating &gt;3x std dev from baseline.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2FE"/>
                </a:solidFill>
              </a:rPr>
              <a:t>• Threat Framework Alignment:</a:t>
            </a:r>
            <a:r>
              <a:rPr sz="1400">
                <a:solidFill>
                  <a:srgbClr val="1E293B"/>
                </a:solidFill>
              </a:rPr>
              <a:t> Maps every alert directly to MITRE ATT&amp;CK techniques (T1499, T1498, T1046, T1110, T1557, T1204), Cyber Kill Chain, CAPEC, and OWASP Top 10.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2FE"/>
                </a:solidFill>
              </a:rPr>
              <a:t>• Active Automated Firewall Mitigation:</a:t>
            </a:r>
            <a:r>
              <a:rPr sz="1400">
                <a:solidFill>
                  <a:srgbClr val="1E293B"/>
                </a:solidFill>
              </a:rPr>
              <a:t> Automatically generates executable Linux IPTables, Fail2Ban, and ARPTables blocking scripts for immediate threat isolation.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2FE"/>
                </a:solidFill>
              </a:rPr>
              <a:t>• ELK Stack Integration:</a:t>
            </a:r>
            <a:r>
              <a:rPr sz="1400">
                <a:solidFill>
                  <a:srgbClr val="1E293B"/>
                </a:solidFill>
              </a:rPr>
              <a:t> Exporters normalize alerts into Elastic Common Schema (ECS 8.x) JSON for centralized Kibana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AI POWERED THREAT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Limitations of Traditional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500">
                <a:solidFill>
                  <a:srgbClr val="FF9100"/>
                </a:solidFill>
              </a:rPr>
              <a:t>• Inability to Detect Unknown Threats:</a:t>
            </a:r>
            <a:r>
              <a:rPr sz="1400">
                <a:solidFill>
                  <a:srgbClr val="1E293B"/>
                </a:solidFill>
              </a:rPr>
              <a:t> Legacy signature-based IDS fail against obfuscated attack payloads and novel zero-day exploits.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FF9100"/>
                </a:solidFill>
              </a:rPr>
              <a:t>• High False Positive Rates:</a:t>
            </a:r>
            <a:r>
              <a:rPr sz="1400">
                <a:solidFill>
                  <a:srgbClr val="1E293B"/>
                </a:solidFill>
              </a:rPr>
              <a:t> Traditional rule triggers generate massive false alarm fatigue, overwhelming SOC security analysts.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FF9100"/>
                </a:solidFill>
              </a:rPr>
              <a:t>• Lack of Mathematical Interpretability:</a:t>
            </a:r>
            <a:r>
              <a:rPr sz="1400">
                <a:solidFill>
                  <a:srgbClr val="1E293B"/>
                </a:solidFill>
              </a:rPr>
              <a:t> Standard black-box deep learning models predict class labels without explaining specific feature metrics.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FF9100"/>
                </a:solidFill>
              </a:rPr>
              <a:t>• Protocol-Level Blind Spots:</a:t>
            </a:r>
            <a:r>
              <a:rPr sz="1400">
                <a:solidFill>
                  <a:srgbClr val="1E293B"/>
                </a:solidFill>
              </a:rPr>
              <a:t> Flow-only systems miss stateless layer-2 protocol attacks like ARP cache poisoning.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FF9100"/>
                </a:solidFill>
              </a:rPr>
              <a:t>• Lack of Automated Mitigation Guidance:</a:t>
            </a:r>
            <a:r>
              <a:rPr sz="1400">
                <a:solidFill>
                  <a:srgbClr val="1E293B"/>
                </a:solidFill>
              </a:rPr>
              <a:t> Alerts often notify analysts without providing exact, copy-pasteable firewall blocking commands.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AI POWERED THREAT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Benchmark Evaluation Results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500" b="1"/>
            </a:pPr>
            <a:r>
              <a:t>Measured performance on 14,000 benchmark samples (CICIDS2017 &amp; UNSW-NB15 schema, 80/20 train/test split):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E676"/>
                </a:solidFill>
              </a:rPr>
              <a:t>• Deep MLP Flow Model Accuracy:</a:t>
            </a:r>
            <a:r>
              <a:rPr sz="1400">
                <a:solidFill>
                  <a:srgbClr val="1E293B"/>
                </a:solidFill>
              </a:rPr>
              <a:t> 99.75% | Precision: 99.75% | Recall: 99.75% | F1-Score: 99.75% | FPR: 0.06% | FNR: 0.25%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E676"/>
                </a:solidFill>
              </a:rPr>
              <a:t>• Random Forest ARP Model Accuracy:</a:t>
            </a:r>
            <a:r>
              <a:rPr sz="1400">
                <a:solidFill>
                  <a:srgbClr val="1E293B"/>
                </a:solidFill>
              </a:rPr>
              <a:t> 100.00% | Precision: 100.00% | Recall: 100.00% | F1-Score: 100.00% | FPR: 0.00% | FNR: 0.00%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E676"/>
                </a:solidFill>
              </a:rPr>
              <a:t>• Zero-Day Outlier Engine Recall:</a:t>
            </a:r>
            <a:r>
              <a:rPr sz="1400">
                <a:solidFill>
                  <a:srgbClr val="1E293B"/>
                </a:solidFill>
              </a:rPr>
              <a:t> 97.50% Recall on statistical feature anomalies exceeding 3x std dev from baseline.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E676"/>
                </a:solidFill>
              </a:rPr>
              <a:t>• Model Storage Footprint:</a:t>
            </a:r>
            <a:r>
              <a:rPr sz="1400">
                <a:solidFill>
                  <a:srgbClr val="1E293B"/>
                </a:solidFill>
              </a:rPr>
              <a:t> Lightweight joblib binaries (~280 KB) optimized for low-latency serverless edge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AI POWERED THREAT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Live Application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 b="1">
                <a:solidFill>
                  <a:srgbClr val="00F2FE"/>
                </a:solidFill>
              </a:defRPr>
            </a:pPr>
            <a:r>
              <a:t>Key Project Achievements: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Delivered a production-ready, full-stack AI Threat Detection System with dual DL/ML model fusion.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Integrated automated active Linux Firewall mitigation command generation (IPTables / Fail2Ban).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Achieved 99.75% flow classification accuracy and 100.00% ARP anomaly precision.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Deployed globally on Vercel Serverless with fixed left sidebar navigation and live stream simulator.</a:t>
            </a:r>
          </a:p>
          <a:p>
            <a:pPr>
              <a:spcBef>
                <a:spcPts val="2000"/>
              </a:spcBef>
            </a:pPr>
            <a:r>
              <a:rPr b="1" sz="1600">
                <a:solidFill>
                  <a:srgbClr val="0F172A"/>
                </a:solidFill>
              </a:rPr>
              <a:t>Live Official Project URL: </a:t>
            </a:r>
            <a:r>
              <a:rPr b="1" sz="1600">
                <a:solidFill>
                  <a:srgbClr val="00F2FE"/>
                </a:solidFill>
              </a:rPr>
              <a:t>https://ai-powered-threat-detection-system.vercel.app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